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1A365D"/>
                </a:solidFill>
              </a:defRPr>
            </a:pPr>
            <a:r>
              <a:t>Professional Engineering &amp; Façade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Fazullah Amanullah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Senior Façade Specialist &amp; Structural Designer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UK Compliance, System R&amp;D &amp; Mega-Project Delivery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thefazulu@yahoo.com | +965 9407 0330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Professional Profile &amp; Core Competencies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19+ years of engineering practice spanning UK building envelope compliance, testing, and R&amp;D[cite: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Façade Compliance &amp; Testing: Directing full-scale testing programs against BS 8414-2, EN 13501, CWCT, KIWA BDA, and UL[cite: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Digital &amp; Parametric Workflow: Advanced proficiency in Rhino/Grasshopper, Tekla Structures custom components, Revit/Dynamo[cite: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Regulatory Leadership: Sole technical lead for UK practice; author of a RIBA-approved CPD seminar on Building Safety Act Gateway 2[cite: 1].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Flagship UK R&amp;D – Salamander BrickSlip Rainscreen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Role: Lead Technical Developer / Technical Manager at Echo Facades Engineering Solutions Ltd[cite: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System Concept: Conceived and engineered the multi-row roll-formed carrier profile (1 to 7 row geometry) using Magnelis &amp; stainless steel[cite: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Structural Verification: Performed thin-gauge behavior assessments and structural calculation reports[cite: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Testing &amp; Validation: Coordinated system validation and performance evidence through CWCT, UL, and BS 8414-2 / BRE fire testing[cite: 1].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Flagship UK R&amp;D – RAFI Prefabricated ETICS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Role: Technical Lead, managing structural fixing and hygrothermal design[cite: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System Concept: Developed prefabricated direct-fix brick-slip ETICS panels advocating mechanical through-fixing to substrates[cite: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Performance Programmes: Managed EAD 040089-00-0404 testing at Lucideon (hygrothermal, wind suction, freeze/thaw, impact)[cite: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Accreditation: Coordinated technical assessment and documentation toward KIWA BDA Agrément certification[cite: 1].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International Mega-Project – Kuwait International Airport (T2)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Role: Senior Structural Designer (Limak Insaat) over 9+ years on the landmark large-span superstructure[cite: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Parametric Workflows: Architected integrated pipelines linking Rhino/Grasshopper, Tekla custom components, and Revit/Dynamo[cite: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Signature Waterfall Feature: Rationalized doubly-curved glass planks and secondary purlins into inclined, flat-facetable steel members with exact fabrication marking[cite: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Error Elimination: Completely eliminated manual triangulation errors and site clashes across complex geometry[cite: 1].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Engineering &amp; Site Coordination – KIA Terminal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Precast &amp; Embeds: Produced shop drawings and 3D models for steel embeds on complex precast concrete ribs and spines in Tekla Structures[cite: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Temporary Works: Designed temporary erection towers with varying module levels, validated against structural and wind actions[cite: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Digital Sequencing: Produced 4D construction animations using Navisworks for complex elements like roof funnel internal brass cladding[cite: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Quality Control: Handled Field Change Requests (FCR) and Non-Conformance Reports (NCR) in strict alignment with BIM standards[cite: 1].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Strategic Infrastructure &amp; Past UK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C-17 Aircraft Hangar (Al-Udeid Air Base, Qatar): Full project lifecycle ownership from foundation design to final handover[cite: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Birchett Road, Aldershot: External envelope refurbishment combining brick, render, and VitraBond cladding on SFS[cite: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St Stephens Road, Enfield: 4-storey light-gauge steel (LGS) modular building extension using Vertex BD, Revit, and Tekla[cite: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Burrows Court Complex: Occupied-building retrofit maintaining continuous weathertightness and resident safety[cite: 1].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Testing, Compliance &amp; Industry Thought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Testing Bodies: Hands-on management of complex testing bodies including BRE, UL, Lucideon, Warringtonfire, and KIWA[cite: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Problem Solving: Successfully investigated and closed an Epsilon gasket installation NCR (water ingress) on CWCT/UL programs[cite: 1].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RIBA CPD Author: Authored 'Gateway 2 Compliance in Brick-Slip Rainscreen Cladding', listed on the RIBA CPD Network Providers directory[cite: 1].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